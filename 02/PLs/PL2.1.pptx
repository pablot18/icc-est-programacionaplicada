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26c61c8d5048ad" /><Relationship Type="http://schemas.openxmlformats.org/officeDocument/2006/relationships/extended-properties" Target="/docProps/app.xml" Id="R3fe70bd12b064e9b" /><Relationship Type="http://schemas.openxmlformats.org/officeDocument/2006/relationships/officeDocument" Target="/ppt/presentation.xml" Id="Re3072fd89fc545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ae3252ef8d41ae"/>
  </p:sldMasterIdLst>
  <p:notesMasterIdLst>
    <p:notesMasterId xmlns:r="http://schemas.openxmlformats.org/officeDocument/2006/relationships" r:id="R08aa5356228a421d"/>
  </p:notesMasterIdLst>
  <p:sldIdLst>
    <p:sldId xmlns:r="http://schemas.openxmlformats.org/officeDocument/2006/relationships" id="256" r:id="R27e888120a374378"/>
    <p:sldId xmlns:r="http://schemas.openxmlformats.org/officeDocument/2006/relationships" id="257" r:id="R24600abebb7e4189"/>
    <p:sldId xmlns:r="http://schemas.openxmlformats.org/officeDocument/2006/relationships" id="258" r:id="R33cdb07328e34991"/>
    <p:sldId xmlns:r="http://schemas.openxmlformats.org/officeDocument/2006/relationships" id="259" r:id="Rc19e100df3f94537"/>
    <p:sldId xmlns:r="http://schemas.openxmlformats.org/officeDocument/2006/relationships" id="260" r:id="Rbe537e3da4764c50"/>
    <p:sldId xmlns:r="http://schemas.openxmlformats.org/officeDocument/2006/relationships" id="261" r:id="R19216dee3c094e09"/>
    <p:sldId xmlns:r="http://schemas.openxmlformats.org/officeDocument/2006/relationships" id="262" r:id="R9b0ff1e8286243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ac9953ef0e42e2" /><Relationship Type="http://schemas.openxmlformats.org/officeDocument/2006/relationships/slideMaster" Target="/ppt/slideMasters/slideMaster1.xml" Id="R7fae3252ef8d41ae" /><Relationship Type="http://schemas.openxmlformats.org/officeDocument/2006/relationships/notesMaster" Target="/ppt/notesMasters/notesMaster1.xml" Id="R08aa5356228a421d" /><Relationship Type="http://schemas.openxmlformats.org/officeDocument/2006/relationships/presProps" Target="/ppt/presProps.xml" Id="Rf0d8ee39c7e64fef" /><Relationship Type="http://schemas.openxmlformats.org/officeDocument/2006/relationships/tableStyles" Target="/ppt/tableStyles.xml" Id="Re01bfbbcbdf64046" /><Relationship Type="http://schemas.openxmlformats.org/officeDocument/2006/relationships/slide" Target="/ppt/slides/slide1.xml" Id="R27e888120a374378" /><Relationship Type="http://schemas.openxmlformats.org/officeDocument/2006/relationships/slide" Target="/ppt/slides/slide2.xml" Id="R24600abebb7e4189" /><Relationship Type="http://schemas.openxmlformats.org/officeDocument/2006/relationships/slide" Target="/ppt/slides/slide3.xml" Id="R33cdb07328e34991" /><Relationship Type="http://schemas.openxmlformats.org/officeDocument/2006/relationships/slide" Target="/ppt/slides/slide4.xml" Id="Rc19e100df3f94537" /><Relationship Type="http://schemas.openxmlformats.org/officeDocument/2006/relationships/slide" Target="/ppt/slides/slide5.xml" Id="Rbe537e3da4764c50" /><Relationship Type="http://schemas.openxmlformats.org/officeDocument/2006/relationships/slide" Target="/ppt/slides/slide6.xml" Id="R19216dee3c094e09" /><Relationship Type="http://schemas.openxmlformats.org/officeDocument/2006/relationships/slide" Target="/ppt/slides/slide7.xml" Id="R9b0ff1e8286243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67971735cc42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816629cd5b4774" /><Relationship Type="http://schemas.openxmlformats.org/officeDocument/2006/relationships/notesMaster" Target="/ppt/notesMasters/notesMaster1.xml" Id="R78c92c5d4ba54b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933050eb014d83" /><Relationship Type="http://schemas.openxmlformats.org/officeDocument/2006/relationships/notesMaster" Target="/ppt/notesMasters/notesMaster1.xml" Id="Rcb87e1b3744a48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04d4e7073d481d" /><Relationship Type="http://schemas.openxmlformats.org/officeDocument/2006/relationships/notesMaster" Target="/ppt/notesMasters/notesMaster1.xml" Id="R6b0d4747039448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0217899db4a55" /><Relationship Type="http://schemas.openxmlformats.org/officeDocument/2006/relationships/notesMaster" Target="/ppt/notesMasters/notesMaster1.xml" Id="R8e0904ee430f42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426e996e9c4a52" /><Relationship Type="http://schemas.openxmlformats.org/officeDocument/2006/relationships/notesMaster" Target="/ppt/notesMasters/notesMaster1.xml" Id="R55c747423b0142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7f7843cdd94606" /><Relationship Type="http://schemas.openxmlformats.org/officeDocument/2006/relationships/notesMaster" Target="/ppt/notesMasters/notesMaster1.xml" Id="R06a524df36d04c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d7fe41b8034390" /><Relationship Type="http://schemas.openxmlformats.org/officeDocument/2006/relationships/notesMaster" Target="/ppt/notesMasters/notesMaster1.xml" Id="Ra6360082f13143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PL2.1. Importador y auditor de tramas de sensores. Autor: Ing. Pablo Torres, Mgtr.</a:t>
            </a:r>
          </a:p>
          <a:p xmlns:a="http://schemas.openxmlformats.org/drawingml/2006/main">
            <a:r>
              <a:t>Logo original proporcionado por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sistema recibe archivos de varias aulas. Cada archivo puede contener líneas incompletas, sensores desconocidos y valores incompatibles. Se requiere importar lo válido, explicar cada rechazo y emitir un resumen que pueda reproducirse.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Amplía CampusMonitor con importar &lt;ruta&gt;. Usa IDs T001 u O001 y tramas id;valor;unidad. Temperatura usa C y ocupación PERSONAS.</a:t>
            </a:r>
          </a:p>
          <a:p xmlns:a="http://schemas.openxmlformats.org/drawingml/2006/main">
            <a:r>
              <a:t>Utiliza un patrón compilado reutilizable con grupos con nombre. Separa forma, conversión numérica, rango y existencia del sensor.</a:t>
            </a:r>
          </a:p>
          <a:p xmlns:a="http://schemas.openxmlformats.org/drawingml/2006/main">
            <a:r>
              <a:t>Rechaza valores no finitos y ocupación fraccionaria o negativa. Define y documenta un rango de temperatura para el escenario simulado.</a:t>
            </a:r>
          </a:p>
          <a:p xmlns:a="http://schemas.openxmlformats.org/drawingml/2006/main">
            <a:r>
              <a:t>Procesa incrementalmente un archivo de 1000 líneas generado con semilla 144. Conserva un archivo pequeño de 12 líneas cuya clasificación pueda comprobarse manualmente.</a:t>
            </a:r>
          </a:p>
          <a:p xmlns:a="http://schemas.openxmlformats.org/drawingml/2006/main">
            <a:r>
              <a:t>Escribe resumen de aceptadas, rechazadas y blancos, conteo por sensor y promedio por magnitud compatible. Escribe rechazos con línea, motivo y fragmento.</a:t>
            </a:r>
          </a:p>
          <a:p xmlns:a="http://schemas.openxmlformats.org/drawingml/2006/main">
            <a:r>
              <a:t>Añade extracción de etiquetas de diagnóstico con una aserción justificada. Establece longitud máxima de línea y una política reproducible para duplicados. No presentes el formato como CSV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Guía completa: PL2.1.html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Amplía CampusMonitor con importar &lt;ruta&gt;. Usa IDs T001 u O001 y tramas id;valor;unidad. Temperatura usa C y ocupación PERSONAS.</a:t>
            </a:r>
          </a:p>
          <a:p xmlns:a="http://schemas.openxmlformats.org/drawingml/2006/main">
            <a:r>
              <a:t>Utiliza un patrón compilado reutilizable con grupos con nombre. Separa forma, conversión numérica, rango y existencia del sensor.</a:t>
            </a:r>
          </a:p>
          <a:p xmlns:a="http://schemas.openxmlformats.org/drawingml/2006/main">
            <a:r>
              <a:t>Rechaza valores no finitos y ocupación fraccionaria o negativa. Define y documenta un rango de temperatura para el escenario simulado.</a:t>
            </a:r>
          </a:p>
          <a:p xmlns:a="http://schemas.openxmlformats.org/drawingml/2006/main">
            <a:r>
              <a:t>Procesa incrementalmente un archivo de 1000 líneas generado con semilla 144. Conserva un archivo pequeño de 12 líneas cuya clasificación pueda comprobarse manualmente.</a:t>
            </a:r>
          </a:p>
          <a:p xmlns:a="http://schemas.openxmlformats.org/drawingml/2006/main">
            <a:r>
              <a:t>Escribe resumen de aceptadas, rechazadas y blancos, conteo por sensor y promedio por magnitud compatible. Escribe rechazos con línea, motivo y fragmento.</a:t>
            </a:r>
          </a:p>
          <a:p xmlns:a="http://schemas.openxmlformats.org/drawingml/2006/main">
            <a:r>
              <a:t>Añade extracción de etiquetas de diagnóstico con una aserción justificada. Establece longitud máxima de línea y una política reproducible para duplicados. No presentes el formato como CSV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Guía completa: PL2.1.html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Amplía CampusMonitor con importar &lt;ruta&gt;. Usa IDs T001 u O001 y tramas id;valor;unidad. Temperatura usa C y ocupación PERSONAS.</a:t>
            </a:r>
          </a:p>
          <a:p xmlns:a="http://schemas.openxmlformats.org/drawingml/2006/main">
            <a:r>
              <a:t>Utiliza un patrón compilado reutilizable con grupos con nombre. Separa forma, conversión numérica, rango y existencia del sensor.</a:t>
            </a:r>
          </a:p>
          <a:p xmlns:a="http://schemas.openxmlformats.org/drawingml/2006/main">
            <a:r>
              <a:t>Rechaza valores no finitos y ocupación fraccionaria o negativa. Define y documenta un rango de temperatura para el escenario simulado.</a:t>
            </a:r>
          </a:p>
          <a:p xmlns:a="http://schemas.openxmlformats.org/drawingml/2006/main">
            <a:r>
              <a:t>Procesa incrementalmente un archivo de 1000 líneas generado con semilla 144. Conserva un archivo pequeño de 12 líneas cuya clasificación pueda comprobarse manualmente.</a:t>
            </a:r>
          </a:p>
          <a:p xmlns:a="http://schemas.openxmlformats.org/drawingml/2006/main">
            <a:r>
              <a:t>Escribe resumen de aceptadas, rechazadas y blancos, conteo por sensor y promedio por magnitud compatible. Escribe rechazos con línea, motivo y fragmento.</a:t>
            </a:r>
          </a:p>
          <a:p xmlns:a="http://schemas.openxmlformats.org/drawingml/2006/main">
            <a:r>
              <a:t>Añade extracción de etiquetas de diagnóstico con una aserción justificada. Establece longitud máxima de línea y una política reproducible para duplicados. No presentes el formato como CSV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Guía completa: PL2.1.html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Código, generador de datos y archivos de entrada controlados.</a:t>
            </a:r>
          </a:p>
          <a:p xmlns:a="http://schemas.openxmlformats.org/drawingml/2006/main">
            <a:r>
              <a:t>evidencias/PL2.1.md con tabla de clasificación, reporte real y commits.</a:t>
            </a:r>
          </a:p>
          <a:p xmlns:a="http://schemas.openxmlformats.org/drawingml/2006/main">
            <a:r>
              <a:t>Presentación del estudiante de 5 a 7 diapositivas con lenguaje, pipeline, errores y demostración.</a:t>
            </a:r>
          </a:p>
          <a:p xmlns:a="http://schemas.openxmlformats.org/drawingml/2006/main">
            <a:r>
              <a:t>Defensa: Recibe una trama nueva con formato válido pero unidad incompatible y demuestra en qué etapa se rechaza y por qué.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del lenguaje · 2 · Define alfabeto, campos, límites y casos negativos coherentes. · Contrato parcialmente definido. · No existe contrato verificable.</a:t>
            </a:r>
          </a:p>
          <a:p xmlns:a="http://schemas.openxmlformats.org/drawingml/2006/main">
            <a:r>
              <a:t>Regex y conversión · 2 · Usa grupos, matches y aserción correctamente y valida valores. · Falla un caso de borde o una validación. · Confunde extracción con validación o acepta entradas inválidas.</a:t>
            </a:r>
          </a:p>
          <a:p xmlns:a="http://schemas.openxmlformats.org/drawingml/2006/main">
            <a:r>
              <a:t>Archivos y errores · 2 · Procesa UTF-8 por flujo y registra cada rechazo sin perder trazabilidad. · Reporte o tratamiento de E/S incompleto. · Pierde líneas o aborta sin diagnóstico.</a:t>
            </a:r>
          </a:p>
          <a:p xmlns:a="http://schemas.openxmlformats.org/drawingml/2006/main">
            <a:r>
              <a:t>Resultados · 2 · Reconcilia totales y promedios por unidades con datos reproducibles. · Presenta resultados sin todas las comprobaciones. · Totales inconsistentes o resultados inventados.</a:t>
            </a:r>
          </a:p>
          <a:p xmlns:a="http://schemas.openxmlformats.org/drawingml/2006/main">
            <a:r>
              <a:t>Git y defensa · 2 · Historial por fases y explicación de patrones sobre casos nuevos. · Explicación o historial parcial. · No puede justificar el patrón y sus límites.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9db25252049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ae1a3829c94906" /><Relationship Type="http://schemas.openxmlformats.org/officeDocument/2006/relationships/slideLayout" Target="/ppt/slideLayouts/slideLayout1.xml" Id="Re329491a4e8a47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29491a4e8a47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0fcc8ab23415b" /><Relationship Type="http://schemas.openxmlformats.org/officeDocument/2006/relationships/image" Target="/ppt/media/image.png" Id="R07825fb9f34a4667" /><Relationship Type="http://schemas.openxmlformats.org/officeDocument/2006/relationships/notesSlide" Target="/ppt/notesSlides/notesSlide1.xml" Id="R7a66b7c7d3304a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82aced9b8404b" /><Relationship Type="http://schemas.openxmlformats.org/officeDocument/2006/relationships/notesSlide" Target="/ppt/notesSlides/notesSlide2.xml" Id="R8441421b72714d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1860a177845a5" /><Relationship Type="http://schemas.openxmlformats.org/officeDocument/2006/relationships/notesSlide" Target="/ppt/notesSlides/notesSlide3.xml" Id="R6d87402ba22847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8630958424dcc" /><Relationship Type="http://schemas.openxmlformats.org/officeDocument/2006/relationships/notesSlide" Target="/ppt/notesSlides/notesSlide4.xml" Id="Re6e9b463beec4f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fcaa648bf424d" /><Relationship Type="http://schemas.openxmlformats.org/officeDocument/2006/relationships/notesSlide" Target="/ppt/notesSlides/notesSlide5.xml" Id="Rbb2e559b88874b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cb246ef754178" /><Relationship Type="http://schemas.openxmlformats.org/officeDocument/2006/relationships/notesSlide" Target="/ppt/notesSlides/notesSlide6.xml" Id="Rcac7ba91f9484f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6c2eda1ef40da" /><Relationship Type="http://schemas.openxmlformats.org/officeDocument/2006/relationships/notesSlide" Target="/ppt/notesSlides/notesSlide7.xml" Id="R7b7db190b5e741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25fb9f34a4667"/>
          <a:stretch xmlns:a="http://schemas.openxmlformats.org/drawingml/2006/main"/>
        </p:blipFill>
        <p:spPr>
          <a:xfrm xmlns:a="http://schemas.openxmlformats.org/drawingml/2006/main">
            <a:off x="609600" y="545418"/>
            <a:ext cx="6858000" cy="112848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E3579-23A8-427C-8B08-C0189CFA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8208E-469C-41F2-821E-D231D8BC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Importador y auditor de tramas de sensores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658AF-AA0A-4AD8-892A-A512B639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2B519-9DDB-456B-A7D0-DC7EB005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Unidad 2 · PL2.1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9AEF5-7D39-4F30-85D7-CDA377C7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853422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D0F36-2B26-47CC-BED5-4EB2CD8D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58940-35B3-4D5C-8323-5330394A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problema de la práctica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9CCBA-16A3-4598-B9F2-AF883E44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9BFD9-6D27-4CA0-A315-BE2C098F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307B1-C5BC-407E-A3FF-E855178B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2BE5E-689D-4860-B213-D47237BE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477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sistema recibe archivos de varias aulas. Cada archivo puede contener líneas incompletas, sensores desconocidos y valores incompatibles. Se requiere importar lo válido, explicar cada rechazo y emitir un resumen que pueda reproducirse.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59F97-ACB1-406C-9EB0-502103D0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Proyecto personal: CampusMonitor</a:t>
            </a:r>
          </a:p>
        </p:txBody>
      </p:sp>
    </p:spTree>
    <p:extLst>
      <p:ext uri="{BB962C8B-B14F-4D97-AF65-F5344CB8AC3E}">
        <p14:creationId xmlns:p14="http://schemas.microsoft.com/office/powerpoint/2010/main" val="7857216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98ADE-DBBF-4001-9781-41EAC0EF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1A66E-5D9F-49E8-BD32-09A4D2B1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1 · Contrato y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961A0-0DAD-4BBC-BB96-C56506AA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DAB6D-B591-4186-AB1F-6FCE2ADC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E9110-C7EA-4AA6-AD02-01DC6B0A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7DFEC-45A6-4BB1-9EED-7A6F0B43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Documenta gramática y construye el conjunto manual con aceptación esperada.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2DBCD-17B4-4AA6-B647-2D329F77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Amplía CampusMonitor con importar &lt;ruta&gt;. Usa IDs T001 u O001 y tramas id;valor;unidad. Temperatura usa C y ocupación PERSONAS.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66669-B687-4E7D-9EA1-CF74A834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Utiliza un patrón compilado reutilizable con grupos con nombre. Separa forma, conversión numérica, rango y existencia del sensor.</a:t>
            </a:r>
          </a:p>
        </p:txBody>
      </p:sp>
    </p:spTree>
    <p:extLst>
      <p:ext uri="{BB962C8B-B14F-4D97-AF65-F5344CB8AC3E}">
        <p14:creationId xmlns:p14="http://schemas.microsoft.com/office/powerpoint/2010/main" val="8933684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930CD-9922-4F50-BD94-C4C53F3C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51F5E-0CD9-4B1A-BB8D-99C54AE9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2 · Parser e importación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F2438-0442-4EB0-8C79-8E3C87A9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A9EDB-99AD-4E2A-8D9F-D0C2DF38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DDCD0-7181-4709-9B4A-D35D3309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0203B-4CE8-4296-B4F3-036999CB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Separa etapas y genera reporte sin abortar el archivo por una línea inválida.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DA1E2-7BA5-43B7-9F22-01E0DDD4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Rechaza valores no finitos y ocupación fraccionaria o negativa. Define y documenta un rango de temperatura para el escenario simulado.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FB623-5A66-4B6C-81E6-DC66CA28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Procesa incrementalmente un archivo de 1000 líneas generado con semilla 144. Conserva un archivo pequeño de 12 líneas cuya clasificación pueda comprobarse manualmente.</a:t>
            </a:r>
          </a:p>
        </p:txBody>
      </p:sp>
    </p:spTree>
    <p:extLst>
      <p:ext uri="{BB962C8B-B14F-4D97-AF65-F5344CB8AC3E}">
        <p14:creationId xmlns:p14="http://schemas.microsoft.com/office/powerpoint/2010/main" val="1546677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C812B-3B03-45F5-BABF-7D31FB78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3FF2C-5643-44DB-A7A6-2AB8752B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3 · Auditoría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86078-7ED9-4BFB-89F4-F66B89FB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E9869-05B1-45B5-B40F-310361FA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4F614-30C4-445F-AE13-F1371F20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AB728-9511-4243-B837-042DC507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Ejecuta el conjunto grande, reconcilia totales y explica errores y límites.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9DDBC-B5E4-4F8D-AF67-494D8E2B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Escribe resumen de aceptadas, rechazadas y blancos, conteo por sensor y promedio por magnitud compatible. Escribe rechazos con línea, motivo y fragmento.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03E3E-531E-401F-B244-2ABFBC42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Añade extracción de etiquetas de diagnóstico con una aserción justificada. Establece longitud máxima de línea y una política reproducible para duplicados. No presentes el formato como CSV general.</a:t>
            </a:r>
          </a:p>
        </p:txBody>
      </p:sp>
    </p:spTree>
    <p:extLst>
      <p:ext uri="{BB962C8B-B14F-4D97-AF65-F5344CB8AC3E}">
        <p14:creationId xmlns:p14="http://schemas.microsoft.com/office/powerpoint/2010/main" val="965067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21C4D-402E-4E02-BFEF-C6450425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A3389-2FB7-4E9E-859D-F62BD234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 y 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1B488-95D0-4C9F-8B88-F6B66783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E3AAA-FED5-4A54-B036-1C4ECCB4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E2A42-3108-43DF-9A5B-86F94B50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68D0D-D24C-4741-8D5D-AD129C2C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Código, generador de datos y archivos de entrada controlados.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B7244-A2D4-4BEF-B2B3-5094CAF7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evidencias/PL2.1.md con tabla de clasificación, reporte real y commits.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34C2B-9759-44E7-8E79-19B236FC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Presentación del estudiante de 5 a 7 diapositivas con lenguaje, pipeline, errores y demostración.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B5264-A416-4A27-A9CF-BEBD8414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Recibe una trama nueva con formato válido pero unidad incompatible y demuestra en qué etapa se rechaza y por qué.</a:t>
            </a:r>
          </a:p>
        </p:txBody>
      </p:sp>
    </p:spTree>
    <p:extLst>
      <p:ext uri="{BB962C8B-B14F-4D97-AF65-F5344CB8AC3E}">
        <p14:creationId xmlns:p14="http://schemas.microsoft.com/office/powerpoint/2010/main" val="3752455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232D5-6B95-45C2-87F9-01482923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9C878-FD1F-4957-A247-EACEE90F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Rúbrica de la práctica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BD038-35AE-49E3-A2F1-6BF78100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4B0E6-5952-4893-973C-E45FC21D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EDCC6-FCED-4909-ADED-6FDF10FE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191500"/>
                <a:gridCol w="2781300"/>
              </a:tblGrid>
              <a:tr h="622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Puntaje máximo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Diseño del lenguaje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Regex y conversión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Archivos y errores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Resultados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 y defensa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622FC-31E4-489D-9F49-2D2FA87D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Total: 10 puntos. Niveles: completo, parcial y no logrado. Descriptores en la guía HTML.</a:t>
            </a:r>
          </a:p>
        </p:txBody>
      </p:sp>
    </p:spTree>
    <p:extLst>
      <p:ext uri="{BB962C8B-B14F-4D97-AF65-F5344CB8AC3E}">
        <p14:creationId xmlns:p14="http://schemas.microsoft.com/office/powerpoint/2010/main" val="1165482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2026-09-10T23:04:52.5070000Z</dcterms:created>
  <dcterms:modified xsi:type="dcterms:W3CDTF">2026-09-10T23:04:52.5070000Z</dcterms:modified>
</coreProperties>
</file>