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2e6c518cc14a54" /><Relationship Type="http://schemas.openxmlformats.org/officeDocument/2006/relationships/extended-properties" Target="/docProps/app.xml" Id="R0f8947805a0e4776" /><Relationship Type="http://schemas.openxmlformats.org/officeDocument/2006/relationships/officeDocument" Target="/ppt/presentation.xml" Id="Rfa9ba7b7fae547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c7c19fa1f14439"/>
  </p:sldMasterIdLst>
  <p:notesMasterIdLst>
    <p:notesMasterId xmlns:r="http://schemas.openxmlformats.org/officeDocument/2006/relationships" r:id="Rf2b122a4abab4c4e"/>
  </p:notesMasterIdLst>
  <p:sldIdLst>
    <p:sldId xmlns:r="http://schemas.openxmlformats.org/officeDocument/2006/relationships" id="256" r:id="R875e9f3776b64ff9"/>
    <p:sldId xmlns:r="http://schemas.openxmlformats.org/officeDocument/2006/relationships" id="257" r:id="R1dc061e50e174b15"/>
    <p:sldId xmlns:r="http://schemas.openxmlformats.org/officeDocument/2006/relationships" id="258" r:id="R1632cd072c734a4f"/>
    <p:sldId xmlns:r="http://schemas.openxmlformats.org/officeDocument/2006/relationships" id="259" r:id="R6eaaf9303c454532"/>
    <p:sldId xmlns:r="http://schemas.openxmlformats.org/officeDocument/2006/relationships" id="260" r:id="Rfe5934ad8a5b4be1"/>
    <p:sldId xmlns:r="http://schemas.openxmlformats.org/officeDocument/2006/relationships" id="261" r:id="Rb20652cea9bd463f"/>
    <p:sldId xmlns:r="http://schemas.openxmlformats.org/officeDocument/2006/relationships" id="262" r:id="Rda628be6da5d40a0"/>
    <p:sldId xmlns:r="http://schemas.openxmlformats.org/officeDocument/2006/relationships" id="263" r:id="Rffaf6f45790d480e"/>
    <p:sldId xmlns:r="http://schemas.openxmlformats.org/officeDocument/2006/relationships" id="264" r:id="R026f8cfdd79249fe"/>
    <p:sldId xmlns:r="http://schemas.openxmlformats.org/officeDocument/2006/relationships" id="265" r:id="R65ae7f9189bd43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bd2c7f700e46f4" /><Relationship Type="http://schemas.openxmlformats.org/officeDocument/2006/relationships/slideMaster" Target="/ppt/slideMasters/slideMaster1.xml" Id="R80c7c19fa1f14439" /><Relationship Type="http://schemas.openxmlformats.org/officeDocument/2006/relationships/notesMaster" Target="/ppt/notesMasters/notesMaster1.xml" Id="Rf2b122a4abab4c4e" /><Relationship Type="http://schemas.openxmlformats.org/officeDocument/2006/relationships/presProps" Target="/ppt/presProps.xml" Id="R0b6bb873ad644726" /><Relationship Type="http://schemas.openxmlformats.org/officeDocument/2006/relationships/tableStyles" Target="/ppt/tableStyles.xml" Id="Rb2925db57d7946b2" /><Relationship Type="http://schemas.openxmlformats.org/officeDocument/2006/relationships/slide" Target="/ppt/slides/slide1.xml" Id="R875e9f3776b64ff9" /><Relationship Type="http://schemas.openxmlformats.org/officeDocument/2006/relationships/slide" Target="/ppt/slides/slide2.xml" Id="R1dc061e50e174b15" /><Relationship Type="http://schemas.openxmlformats.org/officeDocument/2006/relationships/slide" Target="/ppt/slides/slide3.xml" Id="R1632cd072c734a4f" /><Relationship Type="http://schemas.openxmlformats.org/officeDocument/2006/relationships/slide" Target="/ppt/slides/slide4.xml" Id="R6eaaf9303c454532" /><Relationship Type="http://schemas.openxmlformats.org/officeDocument/2006/relationships/slide" Target="/ppt/slides/slide5.xml" Id="Rfe5934ad8a5b4be1" /><Relationship Type="http://schemas.openxmlformats.org/officeDocument/2006/relationships/slide" Target="/ppt/slides/slide6.xml" Id="Rb20652cea9bd463f" /><Relationship Type="http://schemas.openxmlformats.org/officeDocument/2006/relationships/slide" Target="/ppt/slides/slide7.xml" Id="Rda628be6da5d40a0" /><Relationship Type="http://schemas.openxmlformats.org/officeDocument/2006/relationships/slide" Target="/ppt/slides/slide8.xml" Id="Rffaf6f45790d480e" /><Relationship Type="http://schemas.openxmlformats.org/officeDocument/2006/relationships/slide" Target="/ppt/slides/slide9.xml" Id="R026f8cfdd79249fe" /><Relationship Type="http://schemas.openxmlformats.org/officeDocument/2006/relationships/slide" Target="/ppt/slides/slide10.xml" Id="R65ae7f9189bd43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6ce7eeddd4a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40bba8cd3743d5" /><Relationship Type="http://schemas.openxmlformats.org/officeDocument/2006/relationships/notesMaster" Target="/ppt/notesMasters/notesMaster1.xml" Id="R014eea74909641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51ff158f874dc7" /><Relationship Type="http://schemas.openxmlformats.org/officeDocument/2006/relationships/notesMaster" Target="/ppt/notesMasters/notesMaster1.xml" Id="R0b91699ab57c41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c035126cab422c" /><Relationship Type="http://schemas.openxmlformats.org/officeDocument/2006/relationships/notesMaster" Target="/ppt/notesMasters/notesMaster1.xml" Id="R6b45c62dc14742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6a93035f624d6c" /><Relationship Type="http://schemas.openxmlformats.org/officeDocument/2006/relationships/notesMaster" Target="/ppt/notesMasters/notesMaster1.xml" Id="Rbcebeb337ef843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b309e677d84bfb" /><Relationship Type="http://schemas.openxmlformats.org/officeDocument/2006/relationships/notesMaster" Target="/ppt/notesMasters/notesMaster1.xml" Id="Rb96c6111daca47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d3f4d335644b67" /><Relationship Type="http://schemas.openxmlformats.org/officeDocument/2006/relationships/notesMaster" Target="/ppt/notesMasters/notesMaster1.xml" Id="R25ecdf2148ae41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7350386d204bcc" /><Relationship Type="http://schemas.openxmlformats.org/officeDocument/2006/relationships/notesMaster" Target="/ppt/notesMasters/notesMaster1.xml" Id="R49b4de3a0d9b4a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6de3fe48894df4" /><Relationship Type="http://schemas.openxmlformats.org/officeDocument/2006/relationships/notesMaster" Target="/ppt/notesMasters/notesMaster1.xml" Id="R9981b9ad1a904c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7320472eb24ba6" /><Relationship Type="http://schemas.openxmlformats.org/officeDocument/2006/relationships/notesMaster" Target="/ppt/notesMasters/notesMaster1.xml" Id="Rb47cd000921c46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cde23ca7854fb2" /><Relationship Type="http://schemas.openxmlformats.org/officeDocument/2006/relationships/notesMaster" Target="/ppt/notesMasters/notesMaster1.xml" Id="R5cb8451bd95e48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4.2c. Java Data Objects.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programa analítico incluye Java Data Objects. Este contenido implementa una persistencia mínima con JDO para compararla con JDBC, manteniendo JDBC como ruta principal de CampusMonitor.</a:t>
            </a:r>
          </a:p>
          <a:p xmlns:a="http://schemas.openxmlformats.org/drawingml/2006/main">
            <a:r>
              <a:t>Fuente del desarrollo: material.md, contexto.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JDO define una API de persistencia de objetos independiente de una implementación específica. PersistenceManagerFactory crea administradores y PersistenceManager trabaja con objetos persistentes dentro de un contexto. Una implementación como DataNucleus proporciona el comportamiento y el acceso al almacenamiento.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JDO no es JDBC ni JPA. JDBC trabaja con sentencias SQL, filas y conexiones. JDO administra estados de objetos y puede apoyarse en distintos tipos de almacenamiento según el proveedor. La abstracción no elimina el diseño del esquema ni los costos de consultas, carga de relaciones y transacciones.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clases persistentes necesitan metadatos que indiquen identidad y campos persistidos. @PersistenceCapable marca la clase y @PrimaryKey identifica su clave de aplicación en el ejemplo. El proveedor puede requerir enhancement de bytecode para seguir cambios y transiciones de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subproyecto jdo-demo compila su pequeño modelo a bytecode Java 17 y ejecuta el enhancer de DataNucleus antes de arrancar con Java 25. Esa separación limita el modelo a una versión de bytecode compatible con el proveedor utilizado; no cambia el JDK base de CampusMonitor. El procedimiento está declarado en Gradle y debe repetirse cuando cambia la clase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transacción comienza antes de makePersistent y confirma con commit. Si algo falla y sigue activa, se revierte con rollback. Después de cerrar PersistenceManager, algunos objetos pueden no permitir acceso a campos no cargados. Si el resultado debe salir del contexto, define una estrategia de separación o transformación a DTO.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ejemplo persiste una lectura, termina el primer administrador y abre otro para recuperarla por identidad. Así evita confundir la referencia original en memoria con una consulta al almacenamiento. Se utiliza una base H2 aislada para esta comparación y no se reemplaza el esquema PostgreSQL del proyecto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JDBC escribes SQL y realizas el mapeo. Con JDO defines metadatos y trabajas con la API de objetos, aunque aún debes controlar transacciones y recursos. Un proveedor agrega dependencias, configuración y pasos de construcción. La elección depende del tipo de aplicación y de la experiencia del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PC debe demostrar persistencia y lectura posterior, identificar los archivos que requiere el proveedor y explicar qué parte reemplaza al mapeo manual. No basta con instanciar una clase anotada: sin proveedor, enhancement cuando corresponda y transacción confirmada, no hay persistencia demostrada.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completo:</a:t>
            </a:r>
          </a:p>
          <a:p xmlns:a="http://schemas.openxmlformats.org/drawingml/2006/main">
            <a:r>
              <a:t>package edu.ups.pap.jdo;</a:t>
            </a:r>
          </a:p>
          <a:p xmlns:a="http://schemas.openxmlformats.org/drawingml/2006/main">
            <a:r>
              <a:t>import javax.jdo.*;</a:t>
            </a:r>
          </a:p>
          <a:p xmlns:a="http://schemas.openxmlformats.org/drawingml/2006/main">
            <a:r>
              <a:t>import java.util.*;</a:t>
            </a:r>
          </a:p>
          <a:p xmlns:a="http://schemas.openxmlformats.org/drawingml/2006/main">
            <a:r>
              <a:t>public class JdoDemo {</a:t>
            </a:r>
          </a:p>
          <a:p xmlns:a="http://schemas.openxmlformats.org/drawingml/2006/main">
            <a:r>
              <a:t>    public static void main(String[] args) {</a:t>
            </a:r>
          </a:p>
          <a:p xmlns:a="http://schemas.openxmlformats.org/drawingml/2006/main">
            <a:r>
              <a:t>        Map&lt;String,String&gt; p = new HashMap&lt;&gt;();</a:t>
            </a:r>
          </a:p>
          <a:p xmlns:a="http://schemas.openxmlformats.org/drawingml/2006/main">
            <a:r>
              <a:t>        p.put("javax.jdo.PersistenceManagerFactoryClass","org.datanucleus.api.jdo.JDOPersistenceManagerFactory");</a:t>
            </a:r>
          </a:p>
          <a:p xmlns:a="http://schemas.openxmlformats.org/drawingml/2006/main">
            <a:r>
              <a:t>        p.put("javax.jdo.option.ConnectionDriverName","org.h2.Driver");</a:t>
            </a:r>
          </a:p>
          <a:p xmlns:a="http://schemas.openxmlformats.org/drawingml/2006/main">
            <a:r>
              <a:t>        p.put("javax.jdo.option.ConnectionURL","jdbc:h2:mem:jdo;DB_CLOSE_DELAY=-1");</a:t>
            </a:r>
          </a:p>
          <a:p xmlns:a="http://schemas.openxmlformats.org/drawingml/2006/main">
            <a:r>
              <a:t>        p.put("javax.jdo.option.ConnectionUserName","sa");</a:t>
            </a:r>
          </a:p>
          <a:p xmlns:a="http://schemas.openxmlformats.org/drawingml/2006/main">
            <a:r>
              <a:t>        p.put("javax.jdo.option.ConnectionPassword","");</a:t>
            </a:r>
          </a:p>
          <a:p xmlns:a="http://schemas.openxmlformats.org/drawingml/2006/main">
            <a:r>
              <a:t>        p.put("datanucleus.schema.autoCreateAll","true");</a:t>
            </a:r>
          </a:p>
          <a:p xmlns:a="http://schemas.openxmlformats.org/drawingml/2006/main">
            <a:r>
              <a:t>        PersistenceManagerFactory pmf=JDOHelper.getPersistenceManagerFactory(p);</a:t>
            </a:r>
          </a:p>
          <a:p xmlns:a="http://schemas.openxmlformats.org/drawingml/2006/main">
            <a:r>
              <a:t>        try {</a:t>
            </a:r>
          </a:p>
          <a:p xmlns:a="http://schemas.openxmlformats.org/drawingml/2006/main">
            <a:r>
              <a:t>            PersistenceManager pm=pmf.getPersistenceManager();</a:t>
            </a:r>
          </a:p>
          <a:p xmlns:a="http://schemas.openxmlformats.org/drawingml/2006/main">
            <a:r>
              <a:t>            Transaction tx=pm.currentTransaction();</a:t>
            </a:r>
          </a:p>
          <a:p xmlns:a="http://schemas.openxmlformats.org/drawingml/2006/main">
            <a:r>
              <a:t>            try {tx.begin();pm.makePersistent(new JdoLectura(1,23.5));tx.commit();}</a:t>
            </a:r>
          </a:p>
          <a:p xmlns:a="http://schemas.openxmlformats.org/drawingml/2006/main">
            <a:r>
              <a:t>            finally {if(tx.isActive())tx.rollback();pm.close();}</a:t>
            </a:r>
          </a:p>
          <a:p xmlns:a="http://schemas.openxmlformats.org/drawingml/2006/main">
            <a:r>
              <a:t>            pm=pmf.getPersistenceManager();tx=pm.currentTransaction();</a:t>
            </a:r>
          </a:p>
          <a:p xmlns:a="http://schemas.openxmlformats.org/drawingml/2006/main">
            <a:r>
              <a:t>            try {</a:t>
            </a:r>
          </a:p>
          <a:p xmlns:a="http://schemas.openxmlformats.org/drawingml/2006/main">
            <a:r>
              <a:t>                tx.begin();</a:t>
            </a:r>
          </a:p>
          <a:p xmlns:a="http://schemas.openxmlformats.org/drawingml/2006/main">
            <a:r>
              <a:t>                JdoLectura lectura=pm.getObjectById(JdoLectura.class,1L);</a:t>
            </a:r>
          </a:p>
          <a:p xmlns:a="http://schemas.openxmlformats.org/drawingml/2006/main">
            <a:r>
              <a:t>                System.out.println("Lectura JDO: "+lectura.getValor());tx.commit();</a:t>
            </a:r>
          </a:p>
          <a:p xmlns:a="http://schemas.openxmlformats.org/drawingml/2006/main">
            <a:r>
              <a:t>            } finally {if(tx.isActive())tx.rollback();pm.close();}</a:t>
            </a:r>
          </a:p>
          <a:p xmlns:a="http://schemas.openxmlformats.org/drawingml/2006/main">
            <a:r>
              <a:t>        } finally {pmf.close();}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</a:t>
            </a:r>
          </a:p>
          <a:p xmlns:a="http://schemas.openxmlformats.org/drawingml/2006/main">
            <a:r>
              <a:t>Lectura JDO: 23.5. El proveedor también puede escribir mensajes de inicialización en stderr.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Salida esperada:</a:t>
            </a:r>
          </a:p>
          <a:p xmlns:a="http://schemas.openxmlformats.org/drawingml/2006/main">
            <a:r>
              <a:t>Lectura JDO: 23.5. El proveedor también puede escribir mensajes de inicialización en stderr.</a:t>
            </a:r>
          </a:p>
          <a:p xmlns:a="http://schemas.openxmlformats.org/drawingml/2006/main">
            <a:r>
              <a:t>Casos de aceptación: material.md, sección 3.2.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Resuelve la ampliación en tu proyecto CampusMonitor.</a:t>
            </a:r>
          </a:p>
          <a:p xmlns:a="http://schemas.openxmlformats.org/drawingml/2006/main">
            <a:r>
              <a:t>Evidencia: evidencias/PC4.2c.md y enlace al commit final.</a:t>
            </a:r>
          </a:p>
          <a:p xmlns:a="http://schemas.openxmlformats.org/drawingml/2006/main">
            <a:r>
              <a:t>Ejecuta jdo-demo y comprueba que el modelo recibe enhancement antes de la ejecución. Conserva el proyecto principal con JDBC.</a:t>
            </a:r>
          </a:p>
          <a:p xmlns:a="http://schemas.openxmlformats.org/drawingml/2006/main">
            <a:r>
              <a:t>Añade unidad a JdoLectura y consulta una lectura desde un segundo PersistenceManager. Prueba rollback y demuestra que no queda la nueva identidad.</a:t>
            </a:r>
          </a:p>
          <a:p xmlns:a="http://schemas.openxmlformats.org/drawingml/2006/main">
            <a:r>
              <a:t>Escribe una comparación con JDBC sobre mapeo, configuración, transacciones y dependencia del proveedor.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material. Revisa la sección 3 para la PC y la guía general para commits y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d15e158b641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38799f9a3346d7" /><Relationship Type="http://schemas.openxmlformats.org/officeDocument/2006/relationships/slideLayout" Target="/ppt/slideLayouts/slideLayout1.xml" Id="R37c6d9eda6d042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c6d9eda6d042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d51ebe4054f31" /><Relationship Type="http://schemas.openxmlformats.org/officeDocument/2006/relationships/image" Target="/ppt/media/image.png" Id="Rea03b80ff75c4871" /><Relationship Type="http://schemas.openxmlformats.org/officeDocument/2006/relationships/notesSlide" Target="/ppt/notesSlides/notesSlide1.xml" Id="R2782e69a8bf943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0462b736f4dca" /><Relationship Type="http://schemas.openxmlformats.org/officeDocument/2006/relationships/notesSlide" Target="/ppt/notesSlides/notesSlide2.xml" Id="Rffa4861ad1f140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16a6797e34530" /><Relationship Type="http://schemas.openxmlformats.org/officeDocument/2006/relationships/notesSlide" Target="/ppt/notesSlides/notesSlide3.xml" Id="R5874938e6c8245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42bdf789a4a4c" /><Relationship Type="http://schemas.openxmlformats.org/officeDocument/2006/relationships/notesSlide" Target="/ppt/notesSlides/notesSlide4.xml" Id="R5f304607a88843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835c585ab467d" /><Relationship Type="http://schemas.openxmlformats.org/officeDocument/2006/relationships/notesSlide" Target="/ppt/notesSlides/notesSlide5.xml" Id="R87d8f2bcc64944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59667af1d457c" /><Relationship Type="http://schemas.openxmlformats.org/officeDocument/2006/relationships/notesSlide" Target="/ppt/notesSlides/notesSlide6.xml" Id="R7653eb99d5ed48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50abd41044930" /><Relationship Type="http://schemas.openxmlformats.org/officeDocument/2006/relationships/notesSlide" Target="/ppt/notesSlides/notesSlide7.xml" Id="R5ab689b07d8342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8f044b16e42a5" /><Relationship Type="http://schemas.openxmlformats.org/officeDocument/2006/relationships/notesSlide" Target="/ppt/notesSlides/notesSlide8.xml" Id="R4f65e4f82d4946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840bfb816402d" /><Relationship Type="http://schemas.openxmlformats.org/officeDocument/2006/relationships/notesSlide" Target="/ppt/notesSlides/notesSlide9.xml" Id="R1360a9cbbe274d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a90f4a3b04054" /><Relationship Type="http://schemas.openxmlformats.org/officeDocument/2006/relationships/notesSlide" Target="/ppt/notesSlides/notesSlide10.xml" Id="Rb246b8c929df4b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3b80ff75c4871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0DDAA-8988-4A29-96E2-84AAE8F0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69EDA-87CA-4AC6-99C8-CF3DC9CD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Java Data Objects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4977D-76B5-4205-AE4D-EA5CB61A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0E587-068F-423E-8E04-7AB3874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4 · 4.2c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3D339-9300-490D-97DE-18CEBBE1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681554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BD5F1-5749-4E01-9F48-78261456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D1102-FD44-4100-8826-FEDA952E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CampusMonitor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35DE6-04FB-4A48-AC06-006BFC0B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31DA9-1447-4C91-9CF7-40D05843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4.2c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395E4-244E-478C-8FE4-6DB6F939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3EADB-7C6B-4902-9002-38ACAFF4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programa analítico incluye Java Data Objects. Este contenido implementa una persistencia mínima con JDO para compararla con JDBC, manteniendo JDBC como ruta principal de CampusMonitor.</a:t>
            </a:r>
          </a:p>
        </p:txBody>
      </p:sp>
    </p:spTree>
    <p:extLst>
      <p:ext uri="{BB962C8B-B14F-4D97-AF65-F5344CB8AC3E}">
        <p14:creationId xmlns:p14="http://schemas.microsoft.com/office/powerpoint/2010/main" val="1799454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D6238-A614-4F06-A2D0-260D7EAE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C1859-C123-4172-A3DF-17F43A1E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Estándar JDO y proveedor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17AC2-92CB-4B45-858D-E505F1A4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DE96D-CB2B-40BE-9681-B39B0AE4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4.2c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7BEBC-561A-48CE-ADF0-6312AAA6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F2C1E-917A-4084-B7F2-6F501E09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JDO necesita una implementación de persistencia.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56E50-960A-4781-8475-FA43910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JDO define una API de persistencia de objetos independiente de una implementación específica. PersistenceManagerFactory crea administradores y PersistenceManager trabaja con objetos persistentes dentro de un contexto. Una implementación como DataNucleus proporciona el comportamiento y el acceso al almacenamiento.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94BAE-84B7-47FD-9294-5FD611F2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6991B-C070-468C-AE75-C0652E90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JDO no es JDBC ni JPA. JDBC trabaja con sentencias SQL, filas y conexiones. JDO administra estados de objetos y puede apoyarse en distintos tipos de almacenamiento según el proveedor.</a:t>
            </a:r>
          </a:p>
        </p:txBody>
      </p:sp>
    </p:spTree>
    <p:extLst>
      <p:ext uri="{BB962C8B-B14F-4D97-AF65-F5344CB8AC3E}">
        <p14:creationId xmlns:p14="http://schemas.microsoft.com/office/powerpoint/2010/main" val="424208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0D107-BEED-45B0-AAA3-AFD4CB32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3436B-E1CF-4D7D-8ADC-338BDEC2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Metadatos, identidad y enhancement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BFD28-BA95-4AF5-9B44-F7DF7D57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5FD82-7F48-4885-9A0E-1BC9E867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4.2c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75457-A429-406E-9F6F-3105A4D7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97CBA-D204-47CC-8159-833EA376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Los metadatos y el enhancer preparan el modelo persistente.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ED2CA-1A77-4F30-9DD0-DC9B2730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Las clases persistentes necesitan metadatos que indiquen identidad y campos persistidos. @PersistenceCapable marca la clase y @PrimaryKey identifica su clave de aplicación en el ejemplo. El proveedor puede requerir enhancement de bytecode para seguir cambios y transiciones de estado.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FD77C-BCCB-4284-A2A1-0B7488F0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C452C-0C12-4758-B89C-D7C1046D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El subproyecto jdo-demo compila su pequeño modelo a bytecode Java 17 y ejecuta el enhancer de DataNucleus antes de arrancar con Java 25.</a:t>
            </a:r>
          </a:p>
        </p:txBody>
      </p:sp>
    </p:spTree>
    <p:extLst>
      <p:ext uri="{BB962C8B-B14F-4D97-AF65-F5344CB8AC3E}">
        <p14:creationId xmlns:p14="http://schemas.microsoft.com/office/powerpoint/2010/main" val="2022864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A4BAB-5513-4FC1-BC56-9AB7E1EC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B6348-2703-4654-BFFF-5BA96A8A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Transacciones y ciclo de vida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D2CA8-6A3F-4B92-9955-7864A5B5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AB863-6790-47DD-8DB4-D38F5192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4.2c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3554B-38EF-4626-AE2B-F178A62D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D3D88-054F-493C-99D7-D99003D2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transacciones siguen siendo explícitas.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80804-C509-4B0E-B525-492F9293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transacción comienza antes de makePersistent y confirma con commit. Si algo falla y sigue activa, se revierte con rollback. Después de cerrar PersistenceManager, algunos objetos pueden no permitir acceso a campos no cargados. Si el resultado debe salir del contexto, define una estrategia de separación o transformación a DTO.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CC1B8-1A10-413A-A72B-53E9217C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7D6E3-BF7B-494D-B04C-1F7E129F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El ejemplo persiste una lectura, termina el primer administrador y abre otro para recuperarla por identidad. Así evita confundir la referencia original en memoria con una consulta al almacenamiento.</a:t>
            </a:r>
          </a:p>
        </p:txBody>
      </p:sp>
    </p:spTree>
    <p:extLst>
      <p:ext uri="{BB962C8B-B14F-4D97-AF65-F5344CB8AC3E}">
        <p14:creationId xmlns:p14="http://schemas.microsoft.com/office/powerpoint/2010/main" val="21216323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42948-1D55-4670-BC83-123FAC27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2A616-2F30-4CC3-8683-A78CA31E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Comparación de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A424E-E9F6-420C-B93A-11531A4B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DF5DE-71F7-4113-9053-A2B04FA2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4.2c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F9658-5970-4836-AEEA-36250704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B3A1C-1EAD-4A7D-A541-E13C2BED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JDO gestiona objetos; JDBC expone operaciones SQL.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E5FBD-0B30-4B93-9560-A961E5EB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 JDBC escribes SQL y realizas el mapeo. Con JDO defines metadatos y trabajas con la API de objetos, aunque aún debes controlar transacciones y recursos. Un proveedor agrega dependencias, configuración y pasos de construcción. La elección depende del tipo de aplicación y de la experiencia del equipo.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448AD-AC1F-4DAC-A887-E0590A69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DEA62-E126-4B8E-8AC6-7E3D57BD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La PC debe demostrar persistencia y lectura posterior, identificar los archivos que requiere el proveedor y explicar qué parte reemplaza al mapeo manual.</a:t>
            </a:r>
          </a:p>
        </p:txBody>
      </p:sp>
    </p:spTree>
    <p:extLst>
      <p:ext uri="{BB962C8B-B14F-4D97-AF65-F5344CB8AC3E}">
        <p14:creationId xmlns:p14="http://schemas.microsoft.com/office/powerpoint/2010/main" val="888683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EEE87-4FCD-4A47-9DD2-D4D0D4C1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FB586-F976-4432-92D8-061EDC03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resuelta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75D03-C032-41E7-9DC7-901EA154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823E1-C995-4819-9907-CA17BC5C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4.2c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0AD4-76C9-46F3-8AC6-72876611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4D382-C67E-4E01-9B4B-E71A3AB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1095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2AEAB-15D1-4D62-8E05-8C5E61A5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0477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public static void main(String[] args)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Map&lt;String,String&gt; p = new HashMap&lt;&gt;();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p.put("javax.jdo.PersistenceManagerFactoryClass","org.datanucleus.api.jdo.JDOPersistenceManagerFactory");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p.put("javax.jdo.option.ConnectionDriverName","org.h2.Driver");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p.put("javax.jdo.option.ConnectionURL","jdbc:h2:mem:jdo;DB_CLOSE_DELAY=-1");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p.put("javax.jdo.option.ConnectionUserName","sa");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p.put("javax.jdo.option.ConnectionPassword","");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p.put("datanucleus.schema.autoCreateAll","true");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PersistenceManagerFactory pmf=JDOHelper.getPersistenceManagerFactory(p);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try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PersistenceManager pm=pmf.getPersistenceManager();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Transaction tx=pm.currentTransaction();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try {tx.begin();pm.makePersistent(new JdoLectura(1,23.5));tx.commit();}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BC0E0-AF93-4AE1-9BC3-B354FD61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JdoDemo.java. Código completo y ejecución en material.md.</a:t>
            </a:r>
          </a:p>
        </p:txBody>
      </p:sp>
    </p:spTree>
    <p:extLst>
      <p:ext uri="{BB962C8B-B14F-4D97-AF65-F5344CB8AC3E}">
        <p14:creationId xmlns:p14="http://schemas.microsoft.com/office/powerpoint/2010/main" val="827193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19ED9-95B7-416D-9A79-8666C9DE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D2994-69F3-4420-A2B1-39DA78CB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0802F-D145-45FF-834D-87193037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3AAE0-9693-40BB-9995-C6495C26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4.2c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EF865-660E-4DF0-A327-4A50ADE7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62940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 requerido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Persistir y abrir otro administrador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Valor recuperado por identidad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Rollback de nueva lectura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Identidad no encontrada después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Clase sin enhancement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 el error del proveedor y reconstruye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5BA80-E081-45F9-8547-D7666113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Salida de la demostración: Lectura JDO: 23.5. El proveedor también puede escribir mensajes de inicialización en stderr.</a:t>
            </a:r>
          </a:p>
        </p:txBody>
      </p:sp>
    </p:spTree>
    <p:extLst>
      <p:ext uri="{BB962C8B-B14F-4D97-AF65-F5344CB8AC3E}">
        <p14:creationId xmlns:p14="http://schemas.microsoft.com/office/powerpoint/2010/main" val="1988610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40251-ED23-40A9-8811-66D84265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AC62B-C626-45EE-A077-8591989E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PC4.2c · Ampliación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2B532-C957-4404-8043-474365C3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5410F-BD3F-4D20-BB8F-FEE48C35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4.2c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E9B3A-B4DD-4E07-AE43-82176998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36658-43D1-4519-80F4-EABC3AF8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F261A-CCDA-458A-866B-DBF373FE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 jdo-demo y comprueba que el modelo recibe enhancement antes de la ejecución. Conserva el proyecto principal con JDBC.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7E2D2-B59C-45DF-9FC9-CFB33524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E1CA2-F0A2-44A6-B5DA-D8486038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24175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Añade unidad a JdoLectura y consulta una lectura desde un segundo PersistenceManager. Prueba rollback y demuestra que no queda la nueva identidad.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C120E-E357-4E47-9116-553675BC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62D42-7887-4E29-80C2-79039F17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Escribe una comparación con JDBC sobre mapeo, configuración, transacciones y dependencia del proveedor.</a:t>
            </a:r>
          </a:p>
        </p:txBody>
      </p:sp>
    </p:spTree>
    <p:extLst>
      <p:ext uri="{BB962C8B-B14F-4D97-AF65-F5344CB8AC3E}">
        <p14:creationId xmlns:p14="http://schemas.microsoft.com/office/powerpoint/2010/main" val="1753653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C59F5-6340-40E1-A2E5-D7E60DD1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CE5B5-BC5E-46C7-A34C-34B75FC5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5FE97-71B0-4120-957E-A0AB3435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E031B-E7C9-4A3B-80D9-8F786EB0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4.2c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0C9BA-29FB-4024-BD77-68F30829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2B5EB-CEEC-4A50-9A34-98B78878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JDO necesita una implementación de persistencia.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6B738-BAEB-46E6-A0E8-99CCCDCD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metadatos y el enhancer preparan el modelo persistente.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0B793-81FD-4660-9C25-FBCE561A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transacciones siguen siendo explícitas.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67C4B-4AB7-4AED-AB22-9A2F2578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JDO gestiona objetos; JDBC expone operaciones SQL.</a:t>
            </a:r>
          </a:p>
        </p:txBody>
      </p:sp>
    </p:spTree>
    <p:extLst>
      <p:ext uri="{BB962C8B-B14F-4D97-AF65-F5344CB8AC3E}">
        <p14:creationId xmlns:p14="http://schemas.microsoft.com/office/powerpoint/2010/main" val="1949639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2026-09-10T23:07:17.3980000Z</dcterms:created>
  <dcterms:modified xsi:type="dcterms:W3CDTF">2026-09-10T23:07:17.3980000Z</dcterms:modified>
</coreProperties>
</file>